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diagrams/data1.xml" ContentType="application/vnd.openxmlformats-officedocument.drawingml.diagramData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>
      <dgm:t>
        <a:p>
          <a:r>
            <a:t>Step A</a:t>
          </a:r>
        </a:p>
      </dgm:t>
    </dgm:pt>
    <dgm:pt>
      <dgm:t>
        <a:p>
          <a:r>
            <a:t>Step B</a:t>
          </a:r>
        </a:p>
      </dgm:t>
    </dgm:pt>
    <dgm:pt>
      <dgm:t>
        <a:p>
          <a:r>
            <a:t>Step C</a:t>
          </a:r>
        </a:p>
      </dgm:t>
    </dgm:pt>
  </dgm:ptLst>
</dgm:dataModel>
</file>

<file path=ppt/diagrams/drawing1.xml><?xml version="1.0" encoding="utf-8"?>
<dsp:drawing xmlns:dsp="http://schemas.microsoft.com/office/drawing/2008/diagram" xmlns:a="http://schemas.openxmlformats.org/drawingml/2006/main">
  <dsp:spTree>
    <dsp:sp>
      <dsp:txBody>
        <a:bodyPr/>
        <a:p>
          <a:r>
            <a:t>Step A</a:t>
          </a:r>
        </a:p>
      </dsp:txBody>
    </dsp:sp>
    <dsp:sp>
      <dsp:txBody>
        <a:bodyPr/>
        <a:p>
          <a:r>
            <a:t>Step B</a:t>
          </a:r>
        </a:p>
      </dsp:txBody>
    </dsp:sp>
    <dsp:sp>
      <dsp:txBody>
        <a:bodyPr/>
        <a:p>
          <a:r>
            <a:t>Step C</a:t>
          </a:r>
        </a:p>
      </dsp:txBody>
    </dsp:sp>
  </dsp:spTree>
</dsp:drawing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ctrTitle"/>
          </p:nvPr>
        </p:nvSpPr>
        <p:spPr>
          <a:xfrm>
            <a:off x="1000000" y="500000"/>
            <a:ext cx="3000000" cy="600000"/>
          </a:xfr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3" name="tb3"/>
          <p:cNvSpPr>
            <a:spLocks noGrp="1"/>
          </p:cNvSpPr>
          <p:nvPr>
            <p:ph type="subTitle"/>
          </p:nvPr>
        </p:nvSpPr>
        <p:spPr>
          <a:xfrm>
            <a:off x="1000000" y="2000000"/>
            <a:ext cx="3000000" cy="600000"/>
          </a:xfrm>
        </p:spPr>
        <p:txBody>
          <a:bodyPr/>
          <a:lstStyle/>
          <a:p>
            <a:r>
              <a:t>A synthetic fixture deck</a:t>
            </a:r>
          </a:p>
        </p:txBody>
      </p:sp>
    </p:spTree>
  </p:cSld>
  <p:clrMapOvr>
    <a:override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400000"/>
            <a:ext cx="3000000" cy="600000"/>
          </a:xfrm>
        </p:spPr>
        <p:txBody>
          <a:bodyPr/>
          <a:lstStyle/>
          <a:p>
            <a:r>
              <a:t>Overview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1000000" y="1500000"/>
            <a:ext cx="3000000" cy="600000"/>
          </a:xfrm>
        </p:spPr>
        <p:txBody>
          <a:bodyPr/>
          <a:lstStyle/>
          <a:p>
            <a:r>
              <a:rPr b="1"/>
              <a:t>First point</a:t>
            </a:r>
          </a:p>
          <a:p>
            <a:r>
              <a:t>Second point</a:t>
            </a:r>
          </a:p>
        </p:txBody>
      </p:sp>
      <p:pic>
        <p:nvPicPr>
          <p:cNvPr id="4" name="pic4"/>
          <p:cNvPicPr/>
          <p:nvPr/>
        </p:nvPicPr>
        <p:blipFill>
          <a:blip r:embed="rId1"/>
          <a:stretch>
            <a:fillRect/>
          </a:stretch>
        </p:blipFill>
        <p:spPr>
          <a:xfrm>
            <a:off x="6000000" y="1500000"/>
            <a:ext cx="1500000" cy="1200000"/>
          </a:xfrm>
          <a:prstGeom prst="rect">
            <a:avLst/>
          </a:prstGeom>
        </p:spPr>
      </p:pic>
    </p:spTree>
  </p:cSld>
  <p:clrMapOvr>
    <a:override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300000"/>
            <a:ext cx="3000000" cy="600000"/>
          </a:xfrm>
        </p:spPr>
        <p:txBody>
          <a:bodyPr/>
          <a:lstStyle/>
          <a:p>
            <a:r>
              <a:t>Clock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1000000" y="1500000"/>
            <a:ext cx="3000000" cy="600000"/>
          </a:xfrm>
        </p:spPr>
        <p:txBody>
          <a:bodyPr/>
          <a:lstStyle/>
          <a:p>
            <a:r>
              <a:t>13:00</a:t>
            </a:r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4000000" y="1500000"/>
            <a:ext cx="3000000" cy="600000"/>
          </a:xfrm>
        </p:spPr>
        <p:txBody>
          <a:bodyPr/>
          <a:lstStyle/>
          <a:p>
            <a:r>
              <a:t>14:00</a:t>
            </a:r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7000000" y="1500000"/>
            <a:ext cx="3000000" cy="600000"/>
          </a:xfrm>
        </p:spPr>
        <p:txBody>
          <a:bodyPr/>
          <a:lstStyle/>
          <a:p>
            <a:r>
              <a:t>15:00</a:t>
            </a:r>
          </a:p>
        </p:txBody>
      </p:sp>
      <p:pic>
        <p:nvPicPr>
          <p:cNvPr id="6" name="pic6"/>
          <p:cNvPicPr/>
          <p:nvPr/>
        </p:nvPicPr>
        <p:blipFill>
          <a:blip r:embed="rId1"/>
          <a:stretch>
            <a:fillRect/>
          </a:stretch>
        </p:blipFill>
        <p:spPr>
          <a:xfrm>
            <a:off x="1000000" y="2400000"/>
            <a:ext cx="1500000" cy="1200000"/>
          </a:xfrm>
          <a:prstGeom prst="rect">
            <a:avLst/>
          </a:prstGeom>
        </p:spPr>
      </p:pic>
      <p:pic>
        <p:nvPicPr>
          <p:cNvPr id="7" name="pic7"/>
          <p:cNvPicPr/>
          <p:nvPr/>
        </p:nvPicPr>
        <p:blipFill>
          <a:blip r:embed="rId2"/>
          <a:stretch>
            <a:fillRect/>
          </a:stretch>
        </p:blipFill>
        <p:spPr>
          <a:xfrm>
            <a:off x="4000000" y="2400000"/>
            <a:ext cx="1500000" cy="1200000"/>
          </a:xfrm>
          <a:prstGeom prst="rect">
            <a:avLst/>
          </a:prstGeom>
        </p:spPr>
      </p:pic>
      <p:pic>
        <p:nvPicPr>
          <p:cNvPr id="8" name="pic8"/>
          <p:cNvPicPr/>
          <p:nvPr/>
        </p:nvPicPr>
        <p:blipFill>
          <a:blip r:embed="rId3"/>
          <a:stretch>
            <a:fillRect/>
          </a:stretch>
        </p:blipFill>
        <p:spPr>
          <a:xfrm>
            <a:off x="7000000" y="2400000"/>
            <a:ext cx="1500000" cy="1200000"/>
          </a:xfrm>
          <a:prstGeom prst="rect">
            <a:avLst/>
          </a:prstGeom>
        </p:spPr>
      </p:pic>
    </p:spTree>
  </p:cSld>
  <p:clrMapOvr>
    <a:override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300000"/>
            <a:ext cx="3000000" cy="600000"/>
          </a:xfrm>
        </p:spPr>
        <p:txBody>
          <a:bodyPr/>
          <a:lstStyle/>
          <a:p>
            <a:r>
              <a:t>Process</a:t>
            </a:r>
          </a:p>
        </p:txBody>
      </p:sp>
      <p:graphicFrame>
        <p:nvGraphicFramePr>
          <p:cNvPr id="3" name="dgm3"/>
          <p:cNvGraphicFramePr/>
          <p:nvPr/>
        </p:nvGraphicFramePr>
        <p:xfrm>
          <a:off x="1000000" y="1500000"/>
          <a:ext cx="4000000" cy="3000000"/>
        </p:xfrm>
        <a:graphic>
          <a:graphicData uri="http://schemas.openxmlformats.org/drawingml/2006/diagram">
            <dgm:relIds xmlns:dgm="http://schemas.openxmlformats.org/drawingml/2006/diagram" r:dm="rId1" r:lo="rId2" r:qs="rId3" r:cs="rId4"/>
          </a:graphicData>
        </a:graphic>
      </p:graphicFrame>
    </p:spTree>
  </p:cSld>
  <p:clrMapOvr>
    <a:override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300000"/>
            <a:ext cx="3000000" cy="600000"/>
          </a:xfrm>
        </p:spPr>
        <p:txBody>
          <a:bodyPr/>
          <a:lstStyle/>
          <a:p>
            <a:r>
              <a:t>Schedule</a:t>
            </a:r>
          </a:p>
        </p:txBody>
      </p:sp>
      <p:graphicFrame>
        <p:nvGraphicFramePr>
          <p:cNvPr id="3" name="tbl3"/>
          <p:cNvGraphicFramePr/>
          <p:nvPr/>
        </p:nvGraphicFramePr>
        <p:xfrm>
          <a:off x="1000000" y="1500000"/>
          <a:ext cx="4000000" cy="1500000"/>
        </p:xfrm>
        <a:graphic>
          <a:graphicData uri="http://schemas.openxmlformats.org/drawingml/2006/table">
            <a:tbl>
              <a:tblPr/>
              <a:tblGrid>
                <a:gridCol w="2000000"/>
                <a:gridCol w="2000000"/>
              </a:tblGrid>
              <a:tr h="500000">
                <a:tc>
                  <a:txBody>
                    <a:bodyPr/>
                    <a:p>
                      <a:r>
                        <a:t>Day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Time</a:t>
                      </a:r>
                    </a:p>
                  </a:txBody>
                </a:tc>
              </a:tr>
              <a:tr h="500000">
                <a:tc>
                  <a:txBody>
                    <a:bodyPr/>
                    <a:p>
                      <a:r>
                        <a:t>Mon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9am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override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2"/>
          <p:cNvSpPr/>
          <p:nvPr/>
        </p:nvSpPr>
        <p:spPr>
          <a:xfrm>
            <a:off x="0" y="0"/>
            <a:ext cx="1800000" cy="6858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100000" y="3000000"/>
            <a:ext cx="3000000" cy="600000"/>
          </a:xfrm>
        </p:spPr>
        <p:txBody>
          <a:bodyPr/>
          <a:lstStyle/>
          <a:p>
            <a:r>
              <a:t>SECTION ONE</a:t>
            </a:r>
          </a:p>
        </p:txBody>
      </p:sp>
      <p:sp>
        <p:nvSpPr>
          <p:cNvPr id="4" name="tb4"/>
          <p:cNvSpPr>
            <a:spLocks noGrp="1"/>
          </p:cNvSpPr>
          <p:nvPr>
            <p:ph type="title"/>
          </p:nvPr>
        </p:nvSpPr>
        <p:spPr>
          <a:xfrm>
            <a:off x="2500000" y="500000"/>
            <a:ext cx="3000000" cy="600000"/>
          </a:xfrm>
        </p:spPr>
        <p:txBody>
          <a:bodyPr/>
          <a:lstStyle/>
          <a:p>
            <a:r>
              <a:t>Getting Started</a:t>
            </a:r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2500000" y="1800000"/>
            <a:ext cx="3000000" cy="600000"/>
          </a:xfrm>
        </p:spPr>
        <p:txBody>
          <a:bodyPr/>
          <a:lstStyle/>
          <a:p>
            <a:r>
              <a:t>Introduction to the section</a:t>
            </a:r>
          </a:p>
        </p:txBody>
      </p:sp>
      <p:pic>
        <p:nvPicPr>
          <p:cNvPr id="6" name="pic6"/>
          <p:cNvPicPr/>
          <p:nvPr/>
        </p:nvPicPr>
        <p:blipFill>
          <a:blip r:embed="rId1"/>
          <a:stretch>
            <a:fillRect/>
          </a:stretch>
        </p:blipFill>
        <p:spPr>
          <a:xfrm>
            <a:off x="2500000" y="3000000"/>
            <a:ext cx="1500000" cy="1200000"/>
          </a:xfrm>
          <a:prstGeom prst="rect">
            <a:avLst/>
          </a:prstGeom>
        </p:spPr>
      </p:pic>
    </p:spTree>
  </p:cSld>
  <p:clrMapOvr>
    <a:override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300000"/>
            <a:ext cx="3000000" cy="600000"/>
          </a:xfrm>
        </p:spPr>
        <p:txBody>
          <a:bodyPr/>
          <a:lstStyle/>
          <a:p>
            <a:r>
              <a:t>Details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1000000" y="1500000"/>
            <a:ext cx="3000000" cy="600000"/>
          </a:xfrm>
        </p:spPr>
        <p:txBody>
          <a:bodyPr/>
          <a:lstStyle/>
          <a:p>
            <a:r>
              <a:t>More about this section</a:t>
            </a:r>
          </a:p>
        </p:txBody>
      </p:sp>
    </p:spTree>
  </p:cSld>
  <p:clrMapOvr>
    <a:override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>
            <p:ph type="title"/>
          </p:nvPr>
        </p:nvSpPr>
        <p:spPr>
          <a:xfrm>
            <a:off x="1000000" y="300000"/>
            <a:ext cx="3000000" cy="600000"/>
          </a:xfrm>
        </p:spPr>
        <p:txBody>
          <a:bodyPr/>
          <a:lstStyle/>
          <a:p>
            <a:r>
              <a:t>Badges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200000" y="300000"/>
            <a:ext cx="3000000" cy="600000"/>
          </a:xfrm>
        </p:spPr>
        <p:txBody>
          <a:bodyPr/>
          <a:lstStyle/>
          <a:p>
            <a:r>
              <a:t>AT</a:t>
            </a:r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1000000" y="1500000"/>
            <a:ext cx="3000000" cy="600000"/>
          </a:xfrm>
        </p:spPr>
        <p:txBody>
          <a:bodyPr/>
          <a:lstStyle/>
          <a:p>
            <a:r>
              <a:t>Real</a:t>
            </a:r>
            <a:br/>
            <a:r>
              <a:t>content</a:t>
            </a:r>
          </a:p>
        </p:txBody>
      </p:sp>
    </p:spTree>
  </p:cSld>
  <p:clrMapOvr>
    <a:override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1000000" y="500000"/>
            <a:ext cx="3000000" cy="600000"/>
          </a:xfrm>
        </p:spPr>
        <p:txBody>
          <a:bodyPr/>
          <a:lstStyle/>
          <a:p>
            <a:r>
              <a:t>Short Heading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1000000" y="1500000"/>
            <a:ext cx="3000000" cy="600000"/>
          </a:xfrm>
        </p:spPr>
        <p:txBody>
          <a:bodyPr/>
          <a:lstStyle/>
          <a:p>
            <a:r>
              <a:t>Body text one</a:t>
            </a:r>
          </a:p>
          <a:p>
            <a:r>
              <a:t>Body text two</a:t>
            </a:r>
          </a:p>
        </p:txBody>
      </p:sp>
    </p:spTree>
  </p:cSld>
  <p:clrMapOvr>
    <a:overrideClrMapping/>
  </p:clrMapOvr>
</p:sld>
</file>