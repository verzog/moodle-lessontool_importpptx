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/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/>
  </p:cSld>
  <p:txStyles>
    <p:titleStyle>
      <a:lvl1pPr>
        <a:defRPr sz="4400"/>
      </a:lvl1pPr>
    </p:titleStyle>
    <p:bodyStyle>
      <a:lvl1pPr>
        <a:defRPr sz="2800"/>
      </a:lvl1pPr>
      <a:lvl2pPr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>
          <a:xfrm>
            <a:off x="838200" y="1000000"/>
            <a:ext cx="4000000" cy="2500000"/>
          </a:xfrm>
        </p:spPr>
        <p:txBody>
          <a:bodyPr/>
          <a:lstStyle/>
          <a:p>
            <a:r>
              <a:t>This top level body line is intentionally long enough to avoid title promotion.</a:t>
            </a:r>
          </a:p>
          <a:p>
            <a:pPr lvl="1"/>
            <a:r>
              <a:t>This second level body line is also long enough to stay in the body content.</a:t>
            </a:r>
          </a:p>
        </p:txBody>
      </p:sp>
      <p:sp>
        <p:nvSpPr>
          <p:cNvPr id="3" name="tb"/>
          <p:cNvSpPr/>
          <p:nvPr/>
        </p:nvSpPr>
        <p:spPr>
          <a:xfrm>
            <a:off x="7000000" y="1000000"/>
            <a:ext cx="4000000" cy="1200000"/>
          </a:xfrm>
        </p:spPr>
        <p:txBody>
          <a:bodyPr/>
          <a:lstStyle/>
          <a:p>
            <a:r>
              <a:rPr sz="1200"/>
              <a:t>This free text box run sets an explicit twelve point size of its own.</a:t>
            </a:r>
          </a:p>
        </p:txBody>
      </p:sp>
    </p:spTree>
  </p:cSld>
</p:sld>
</file>